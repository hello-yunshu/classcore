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2" r:id="rId3"/>
    <p:sldId id="256" r:id="rId4"/>
    <p:sldId id="257" r:id="rId5"/>
    <p:sldId id="258" r:id="rId6"/>
    <p:sldId id="260" r:id="rId7"/>
    <p:sldId id="259" r:id="rId8"/>
    <p:sldId id="261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8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8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8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4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7.xml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9.xml"/><Relationship Id="rId2" Type="http://schemas.openxmlformats.org/officeDocument/2006/relationships/image" Target="../media/image7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 b="-1000"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40" y="2018030"/>
            <a:ext cx="9621520" cy="32518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2050" descr="workbench_blu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54" name="Rounded Rectangle 2053"/>
          <p:cNvSpPr/>
          <p:nvPr/>
        </p:nvSpPr>
        <p:spPr>
          <a:xfrm>
            <a:off x="1855345" y="2165593"/>
            <a:ext cx="8563391" cy="1941363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5" name="Rounded Rectangle 2054"/>
          <p:cNvSpPr/>
          <p:nvPr/>
        </p:nvSpPr>
        <p:spPr>
          <a:xfrm>
            <a:off x="1814197" y="2115301"/>
            <a:ext cx="8563391" cy="1941363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7" name="Rounded Rectangle 2056"/>
          <p:cNvSpPr/>
          <p:nvPr/>
        </p:nvSpPr>
        <p:spPr>
          <a:xfrm>
            <a:off x="1456358" y="1152834"/>
            <a:ext cx="10029958" cy="621726"/>
          </a:xfrm>
          <a:prstGeom prst="roundRect">
            <a:avLst/>
          </a:prstGeom>
          <a:solidFill>
            <a:srgbClr val="F8FAFE"/>
          </a:solidFill>
          <a:ln w="10160"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6" name="Rounded Rectangle 2055"/>
          <p:cNvSpPr/>
          <p:nvPr/>
        </p:nvSpPr>
        <p:spPr>
          <a:xfrm>
            <a:off x="1383206" y="1235130"/>
            <a:ext cx="64008" cy="438846"/>
          </a:xfrm>
          <a:prstGeom prst="roundRect">
            <a:avLst/>
          </a:prstGeom>
          <a:solidFill>
            <a:srgbClr val="34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2" name="Rounded Rectangle 2051"/>
          <p:cNvSpPr/>
          <p:nvPr/>
        </p:nvSpPr>
        <p:spPr>
          <a:xfrm>
            <a:off x="-86868" y="-50292"/>
            <a:ext cx="12448032" cy="70591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3" name="Rounded Rectangle 2052"/>
          <p:cNvSpPr/>
          <p:nvPr/>
        </p:nvSpPr>
        <p:spPr>
          <a:xfrm>
            <a:off x="-128016" y="-100584"/>
            <a:ext cx="12448032" cy="7059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529510" y="1198554"/>
            <a:ext cx="9883654" cy="5119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从图形运动的角度看，下面这些图案可能是怎样制作出来的？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3510" y="2620645"/>
            <a:ext cx="9364980" cy="1961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workbench_blu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095435" y="2585593"/>
            <a:ext cx="6083427" cy="313232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54287" y="2535301"/>
            <a:ext cx="6083427" cy="313232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8463" y="1188085"/>
            <a:ext cx="10281539" cy="1234313"/>
          </a:xfrm>
          <a:prstGeom prst="roundRect">
            <a:avLst/>
          </a:prstGeom>
          <a:solidFill>
            <a:srgbClr val="F8FAFE"/>
          </a:solidFill>
          <a:ln w="10160">
            <a:solidFill>
              <a:srgbClr val="E2E9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345311" y="1270381"/>
            <a:ext cx="64008" cy="804672"/>
          </a:xfrm>
          <a:prstGeom prst="roundRect">
            <a:avLst/>
          </a:prstGeom>
          <a:solidFill>
            <a:srgbClr val="34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-86868" y="-50292"/>
            <a:ext cx="12448032" cy="70591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-128016" y="-100584"/>
            <a:ext cx="12448032" cy="7059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1491615" y="1233805"/>
            <a:ext cx="10135235" cy="11245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哥哥用 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4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块拼图拼出了一个“笑脸”，可是被妹妹打乱了。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你能通过平移或旋转还原“笑脸”吗？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643" t="2249" r="2001" b="3405"/>
          <a:stretch>
            <a:fillRect/>
          </a:stretch>
        </p:blipFill>
        <p:spPr>
          <a:xfrm>
            <a:off x="3182303" y="2635885"/>
            <a:ext cx="5827395" cy="293116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workbench_blu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83712" y="486283"/>
            <a:ext cx="5706872" cy="294309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2564" y="435991"/>
            <a:ext cx="5706872" cy="294309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75357" y="3241548"/>
            <a:ext cx="1481328" cy="457200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4E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9053" y="3259836"/>
            <a:ext cx="54864" cy="2538095"/>
          </a:xfrm>
          <a:prstGeom prst="roundRect">
            <a:avLst/>
          </a:prstGeom>
          <a:solidFill>
            <a:srgbClr val="34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-86868" y="-50292"/>
            <a:ext cx="12448032" cy="70591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-128016" y="-100584"/>
            <a:ext cx="12448032" cy="7059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2493645" y="3223260"/>
            <a:ext cx="10603230" cy="2675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3467D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活动要求：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.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想一想：两块拼图分别应该回到哪里？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               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它现在的位置、方向和原来有什么不同？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做一做：在平板上进行操作，尝试还原笑脸。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说一说：和同桌说说你是怎样还原的。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643" t="2249" r="2001" b="3405"/>
          <a:stretch>
            <a:fillRect/>
          </a:stretch>
        </p:blipFill>
        <p:spPr>
          <a:xfrm>
            <a:off x="3370580" y="536575"/>
            <a:ext cx="5450840" cy="27419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Picture 8" descr="workbench_blu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283712" y="486283"/>
            <a:ext cx="5706872" cy="294309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42564" y="435991"/>
            <a:ext cx="5706872" cy="294309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475357" y="3241548"/>
            <a:ext cx="1481328" cy="457200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4E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29053" y="3259836"/>
            <a:ext cx="54864" cy="2538095"/>
          </a:xfrm>
          <a:prstGeom prst="roundRect">
            <a:avLst/>
          </a:prstGeom>
          <a:solidFill>
            <a:srgbClr val="34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-86868" y="-50292"/>
            <a:ext cx="12448032" cy="70591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-128016" y="-100584"/>
            <a:ext cx="12448032" cy="7059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2493645" y="3223260"/>
            <a:ext cx="10603230" cy="2675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3467D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活动要求：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1.改一改：修改自己的还原记录。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2.做一做：将自己的记录交给同桌，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               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让同桌按照记录在平板上操作还原笑脸。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3.说一说：和同桌说说能看懂记录吗？还原成功了吗？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l="1643" t="2249" r="2001" b="3405"/>
          <a:stretch>
            <a:fillRect/>
          </a:stretch>
        </p:blipFill>
        <p:spPr>
          <a:xfrm>
            <a:off x="3370580" y="536575"/>
            <a:ext cx="5450840" cy="274193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Picture 5" descr="workbench_blu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3292285" y="480568"/>
            <a:ext cx="5689727" cy="30078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51137" y="430276"/>
            <a:ext cx="5689727" cy="30078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75357" y="3241548"/>
            <a:ext cx="1481328" cy="457200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4E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329053" y="3259836"/>
            <a:ext cx="54864" cy="2538095"/>
          </a:xfrm>
          <a:prstGeom prst="roundRect">
            <a:avLst/>
          </a:prstGeom>
          <a:solidFill>
            <a:srgbClr val="34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-86868" y="-50292"/>
            <a:ext cx="12448032" cy="70591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128016" y="-100584"/>
            <a:ext cx="12448032" cy="7059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2493645" y="3223260"/>
            <a:ext cx="10603230" cy="2675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3467D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活动要求：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1.想一想：4个部分分别应该还原到什么位置？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2.说一说：说说你们打算怎样分工，用什么方法还原和记录。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3.做一做：按照分工进行图案的还原操作，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               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并记录图案的还原过程。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l="999" t="1795" r="1272" b="2794"/>
          <a:stretch>
            <a:fillRect/>
          </a:stretch>
        </p:blipFill>
        <p:spPr>
          <a:xfrm>
            <a:off x="3379153" y="530860"/>
            <a:ext cx="5433695" cy="280670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Picture 6" descr="workbench_blue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292285" y="480568"/>
            <a:ext cx="5689727" cy="30078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51137" y="430276"/>
            <a:ext cx="5689727" cy="30078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75357" y="3241548"/>
            <a:ext cx="1481328" cy="457200"/>
          </a:xfrm>
          <a:prstGeom prst="roundRect">
            <a:avLst/>
          </a:prstGeom>
          <a:solidFill>
            <a:srgbClr val="EDF3FF"/>
          </a:solidFill>
          <a:ln w="10160">
            <a:solidFill>
              <a:srgbClr val="D4E1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29053" y="3259836"/>
            <a:ext cx="54864" cy="2538095"/>
          </a:xfrm>
          <a:prstGeom prst="roundRect">
            <a:avLst/>
          </a:prstGeom>
          <a:solidFill>
            <a:srgbClr val="3467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86868" y="-50292"/>
            <a:ext cx="12448032" cy="7059168"/>
          </a:xfrm>
          <a:prstGeom prst="roundRect">
            <a:avLst/>
          </a:prstGeom>
          <a:solidFill>
            <a:srgbClr val="DC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128016" y="-100584"/>
            <a:ext cx="12448032" cy="70591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E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本框 3"/>
          <p:cNvSpPr txBox="1"/>
          <p:nvPr/>
        </p:nvSpPr>
        <p:spPr>
          <a:xfrm>
            <a:off x="2493645" y="3223260"/>
            <a:ext cx="10603230" cy="2675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3467D6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活动要求：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1.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换一换：把本组记录发送给指定小组。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2.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说一说：阅读记录，说说是怎么操作的。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3.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验一验：按照他们留下的记录进行还原，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</a:t>
            </a:r>
            <a:r>
              <a:rPr lang="en-US" altLang="zh-CN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                    </a:t>
            </a:r>
            <a:r>
              <a:rPr lang="zh-CN" altLang="en-US" sz="2800" b="1" spc="-100" dirty="0">
                <a:solidFill>
                  <a:srgbClr val="17233C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  <a:sym typeface="+mn-ea"/>
              </a:rPr>
              <a:t>检验是否能够还原成功。</a:t>
            </a:r>
            <a:endParaRPr lang="zh-CN" altLang="en-US" sz="2800" b="1" spc="-1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l="999" t="1795" r="1272" b="2794"/>
          <a:stretch>
            <a:fillRect/>
          </a:stretch>
        </p:blipFill>
        <p:spPr>
          <a:xfrm>
            <a:off x="3379153" y="530860"/>
            <a:ext cx="5433695" cy="2806700"/>
          </a:xfrm>
          <a:prstGeom prst="rect">
            <a:avLst/>
          </a:prstGeom>
          <a:effectLst>
            <a:softEdge rad="31750"/>
          </a:effectLst>
        </p:spPr>
      </p:pic>
    </p:spTree>
    <p:custDataLst>
      <p:tags r:id="rId3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484</Words>
  <Application>WPS 演示</Application>
  <PresentationFormat>宽屏</PresentationFormat>
  <Paragraphs>29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宋体</vt:lpstr>
      <vt:lpstr>Wingdings</vt:lpstr>
      <vt:lpstr>FT AeroSans</vt:lpstr>
      <vt:lpstr>Wingdings</vt:lpstr>
      <vt:lpstr>FTToken</vt:lpstr>
      <vt:lpstr>Times New Roman</vt:lpstr>
      <vt:lpstr>FT Thymes</vt:lpstr>
      <vt:lpstr>楷体</vt:lpstr>
      <vt:lpstr>楷体-简</vt:lpstr>
      <vt:lpstr>微软雅黑</vt:lpstr>
      <vt:lpstr>方正雅意黑 GB18030L2 R</vt:lpstr>
      <vt:lpstr>宋体</vt:lpstr>
      <vt:lpstr>Arial Unicode MS</vt:lpstr>
      <vt:lpstr>Calibri</vt:lpstr>
      <vt:lpstr>FT EliraSans</vt:lpstr>
      <vt:lpstr>书宋-简</vt:lpstr>
      <vt:lpstr>微软雅黑</vt:lpstr>
      <vt:lpstr>楷体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请叫我 包子（招代理）</cp:lastModifiedBy>
  <cp:revision>161</cp:revision>
  <dcterms:created xsi:type="dcterms:W3CDTF">2026-09-13T06:40:17Z</dcterms:created>
  <dcterms:modified xsi:type="dcterms:W3CDTF">2026-09-13T06:40:17Z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2052-12.1.3.28494</vt:lpwstr>
  </property>
  <property fmtid="{D5CDD505-2E9C-101B-9397-08002B2CF9AE}" pid="3" name="ICV">
    <vt:lpwstr>5CDD342610105D523A37A66A6FA2FAD4_41</vt:lpwstr>
  </property>
</Properties>
</file>